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talk has two halves — benchmark first, then how to actually run it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them the shape of the talk. The pivot from "what to use" to "how to run it" comes after the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framing as the report's overview. Set the problem before naming any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SOCI is appealing because it doesn't rebuild the image. The benchmark shows why that's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once top-to-bottom. Sets up why registry locality and chunk size matter when we hit the benchmark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Registry locality is a deliberate variable — we want to know if lazy loading still helps when blobs are far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Harbor — OCI 113s, Nydus 17.9s, Stargz 16.4s, SOCI 23.4s. VCR — OCI 133s, Nydus 43s, Stargz 110s, SOCI N/A (VCR didn't expose the index format SOCI needs). `import torch` after ready: Nydus/Harbor 8s, Nydus/VCR 46s.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Harbor — OCI 350s, Nydus 210s, SOCI 290s, Stargz 350s. VCR — OCI 350s, Nydus 340s, Stargz 360s, SOCI N/A. First `/health` response 1.4–2.2s across all working configs. Smaller relative win on vLLM than on Jupyter — next slide explains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with the audience. The report's key observations #1 and #2 land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report's key observation #3. Push back on "use the public registry for 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friction lives here, not in nydus itself. The pod-vs-systemd ordering is why it has to be a host service. Full unit file and config layout are in the repo — point, don't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Server-side conversion is a registry feature, not a Kubernetes feature — same theme as the kubelet/containerd slide: how much your provider gives you decides how much glue you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Combined verdict + takeaways. Keep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Benchmark: Lazy Loading Container Images for AI/ML on Kubernetes</dc:title>
  <dc:subject>PptxGenJS Presentation</dc:subject>
  <dc:creator>Created by Marp</dc:creator>
  <cp:lastModifiedBy>Created by Marp</cp:lastModifiedBy>
  <cp:revision>1</cp:revision>
  <dcterms:created xsi:type="dcterms:W3CDTF">2026-05-08T08:49:10Z</dcterms:created>
  <dcterms:modified xsi:type="dcterms:W3CDTF">2026-05-08T08:49:10Z</dcterms:modified>
</cp:coreProperties>
</file>